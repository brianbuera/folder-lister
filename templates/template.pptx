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299" r:id="rId3"/>
    <p:sldId id="2314" r:id="rId4"/>
    <p:sldId id="1935" r:id="rId5"/>
    <p:sldId id="2307" r:id="rId6"/>
    <p:sldId id="2315" r:id="rId7"/>
    <p:sldId id="2771" r:id="rId8"/>
  </p:sldIdLst>
  <p:sldSz cx="9144000" cy="6858000" type="screen4x3"/>
  <p:notesSz cx="6797675" cy="99314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067F5FC1-D71A-489F-97AB-2E211207E1D2}">
          <p14:sldIdLst>
            <p14:sldId id="299"/>
            <p14:sldId id="2314"/>
            <p14:sldId id="1935"/>
            <p14:sldId id="2307"/>
            <p14:sldId id="2315"/>
            <p14:sldId id="2771"/>
          </p14:sldIdLst>
        </p14:section>
      </p14:sectionLst>
    </p:ext>
    <p:ext uri="{EFAFB233-063F-42B5-8137-9DF3F51BA10A}">
      <p15:sldGuideLst xmlns:p15="http://schemas.microsoft.com/office/powerpoint/2012/main">
        <p15:guide id="1" pos="2971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mián Alberto Dossetti" initials="DAD" lastIdx="1" clrIdx="0">
    <p:extLst>
      <p:ext uri="{19B8F6BF-5375-455C-9EA6-DF929625EA0E}">
        <p15:presenceInfo xmlns:p15="http://schemas.microsoft.com/office/powerpoint/2012/main" userId="S-1-5-21-2195713561-1489693822-1392894141-1639" providerId="AD"/>
      </p:ext>
    </p:extLst>
  </p:cmAuthor>
  <p:cmAuthor id="2" name="Joana Basualdo" initials="JB" lastIdx="4" clrIdx="1">
    <p:extLst>
      <p:ext uri="{19B8F6BF-5375-455C-9EA6-DF929625EA0E}">
        <p15:presenceInfo xmlns:p15="http://schemas.microsoft.com/office/powerpoint/2012/main" userId="S-1-5-21-2195713561-1489693822-1392894141-20076" providerId="AD"/>
      </p:ext>
    </p:extLst>
  </p:cmAuthor>
  <p:cmAuthor id="3" name="Florencia Porras" initials="FP" lastIdx="1" clrIdx="2">
    <p:extLst>
      <p:ext uri="{19B8F6BF-5375-455C-9EA6-DF929625EA0E}">
        <p15:presenceInfo xmlns:p15="http://schemas.microsoft.com/office/powerpoint/2012/main" userId="S-1-5-21-2195713561-1489693822-1392894141-26756" providerId="AD"/>
      </p:ext>
    </p:extLst>
  </p:cmAuthor>
  <p:cmAuthor id="4" name="Franco Pedro Herrera" initials="FPH" lastIdx="1" clrIdx="3">
    <p:extLst>
      <p:ext uri="{19B8F6BF-5375-455C-9EA6-DF929625EA0E}">
        <p15:presenceInfo xmlns:p15="http://schemas.microsoft.com/office/powerpoint/2012/main" userId="S-1-5-21-2195713561-1489693822-1392894141-21881" providerId="AD"/>
      </p:ext>
    </p:extLst>
  </p:cmAuthor>
  <p:cmAuthor id="5" name="Nahuel Martinez" initials="NM" lastIdx="13" clrIdx="4">
    <p:extLst>
      <p:ext uri="{19B8F6BF-5375-455C-9EA6-DF929625EA0E}">
        <p15:presenceInfo xmlns:p15="http://schemas.microsoft.com/office/powerpoint/2012/main" userId="S-1-5-21-2195713561-1489693822-1392894141-2763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950D"/>
    <a:srgbClr val="ECFC2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5789" autoAdjust="0"/>
  </p:normalViewPr>
  <p:slideViewPr>
    <p:cSldViewPr>
      <p:cViewPr varScale="1">
        <p:scale>
          <a:sx n="104" d="100"/>
          <a:sy n="104" d="100"/>
        </p:scale>
        <p:origin x="2112" y="108"/>
      </p:cViewPr>
      <p:guideLst>
        <p:guide pos="2971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295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EC74A-97EC-4D13-AC48-B7F39774675E}" type="datetimeFigureOut">
              <a:rPr lang="es-ES" smtClean="0"/>
              <a:t>20/04/2026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49688" y="9432925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E6798-9EFD-4226-BF68-F3CD55E904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65992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088373-C7C4-43EF-8EE4-15B3BD82BE94}" type="datetimeFigureOut">
              <a:rPr lang="es-ES" smtClean="0"/>
              <a:t>20/04/2026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79768" y="4717415"/>
            <a:ext cx="543814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5659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50443" y="9433106"/>
            <a:ext cx="2945659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CE219-BC3F-4808-A07C-59F72138F37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62227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768" y="4717416"/>
            <a:ext cx="5438140" cy="446913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s-AR" dirty="0"/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BCE219-BC3F-4808-A07C-59F72138F37C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687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768" y="4717416"/>
            <a:ext cx="5438140" cy="446913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s-AR" dirty="0"/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BCE219-BC3F-4808-A07C-59F72138F37C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7271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BCE219-BC3F-4808-A07C-59F72138F37C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7029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BCE219-BC3F-4808-A07C-59F72138F37C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3701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BCE219-BC3F-4808-A07C-59F72138F37C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8487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91105-D1B6-A591-E6C2-090D9358F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A8C1F39-C80A-61D4-1AFD-25F0E6A2E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B7E525E-97CF-5397-8A6B-CB933F651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45D97C-83A1-B640-DF27-D4B8EA3C91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BCE219-BC3F-4808-A07C-59F72138F37C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399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388A-CDDF-4860-AF28-3D21AC68C4D5}" type="datetime1">
              <a:rPr lang="es-ES" smtClean="0"/>
              <a:t>20/04/2026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D44C-31B7-475A-AA30-D11BDFB340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84151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CF9DF-1B42-4005-BE0B-F4489D843B44}" type="datetime1">
              <a:rPr lang="es-ES" smtClean="0"/>
              <a:t>20/04/2026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D44C-31B7-475A-AA30-D11BDFB340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01326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1095-153F-4BE4-8633-EE56D76CA864}" type="datetime1">
              <a:rPr lang="es-ES" smtClean="0"/>
              <a:t>20/04/2026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D44C-31B7-475A-AA30-D11BDFB340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6478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5167F-B3C2-4DA8-9674-B15336757B83}" type="datetime1">
              <a:rPr lang="es-ES" smtClean="0"/>
              <a:t>20/04/2026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D44C-31B7-475A-AA30-D11BDFB340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4361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A0A98-1514-42DB-89DA-B5EA6B8FA61E}" type="datetime1">
              <a:rPr lang="es-ES" smtClean="0"/>
              <a:t>20/04/2026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D44C-31B7-475A-AA30-D11BDFB340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8417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F0422-C423-4D78-9178-62B717BC65E5}" type="datetime1">
              <a:rPr lang="es-ES" smtClean="0"/>
              <a:t>20/04/2026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D44C-31B7-475A-AA30-D11BDFB340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666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0723B-F2CA-4EBC-A126-449EAF811C39}" type="datetime1">
              <a:rPr lang="es-ES" smtClean="0"/>
              <a:t>20/04/2026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D44C-31B7-475A-AA30-D11BDFB340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321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20F4-783A-4250-877F-E0A6411B767E}" type="datetime1">
              <a:rPr lang="es-ES" smtClean="0"/>
              <a:t>20/04/2026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D44C-31B7-475A-AA30-D11BDFB340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974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7486-B8F2-4D10-B9C2-722D4A49DC5F}" type="datetime1">
              <a:rPr lang="es-ES" smtClean="0"/>
              <a:t>20/04/2026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D44C-31B7-475A-AA30-D11BDFB340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902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F199-EC87-494F-81A5-8B1F1A78F27C}" type="datetime1">
              <a:rPr lang="es-ES" smtClean="0"/>
              <a:t>20/04/2026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D44C-31B7-475A-AA30-D11BDFB340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142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DEC-0FEE-4FF8-9051-DE981A23AC12}" type="datetimeFigureOut">
              <a:rPr lang="es-AR" smtClean="0"/>
              <a:t>20/4/2026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C010-96AA-4B33-A4C4-11EEEDF34EFC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84534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DEC-0FEE-4FF8-9051-DE981A23AC12}" type="datetimeFigureOut">
              <a:rPr lang="es-AR" smtClean="0"/>
              <a:t>20/4/2026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C010-96AA-4B33-A4C4-11EEEDF34EFC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82253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DEC-0FEE-4FF8-9051-DE981A23AC12}" type="datetimeFigureOut">
              <a:rPr lang="es-AR" smtClean="0"/>
              <a:t>20/4/2026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C010-96AA-4B33-A4C4-11EEEDF34EFC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913003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DEC-0FEE-4FF8-9051-DE981A23AC12}" type="datetimeFigureOut">
              <a:rPr lang="es-AR" smtClean="0"/>
              <a:t>20/4/2026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C010-96AA-4B33-A4C4-11EEEDF34EFC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07340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DEC-0FEE-4FF8-9051-DE981A23AC12}" type="datetimeFigureOut">
              <a:rPr lang="es-AR" smtClean="0"/>
              <a:t>20/4/2026</a:t>
            </a:fld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C010-96AA-4B33-A4C4-11EEEDF34EFC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137489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DEC-0FEE-4FF8-9051-DE981A23AC12}" type="datetimeFigureOut">
              <a:rPr lang="es-AR" smtClean="0"/>
              <a:t>20/4/2026</a:t>
            </a:fld>
            <a:endParaRPr lang="es-AR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C010-96AA-4B33-A4C4-11EEEDF34EFC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75428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DEC-0FEE-4FF8-9051-DE981A23AC12}" type="datetimeFigureOut">
              <a:rPr lang="es-AR" smtClean="0"/>
              <a:t>20/4/2026</a:t>
            </a:fld>
            <a:endParaRPr lang="es-AR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C010-96AA-4B33-A4C4-11EEEDF34EFC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98095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DEC-0FEE-4FF8-9051-DE981A23AC12}" type="datetimeFigureOut">
              <a:rPr lang="es-AR" smtClean="0"/>
              <a:t>20/4/2026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C010-96AA-4B33-A4C4-11EEEDF34EFC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42610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DEC-0FEE-4FF8-9051-DE981A23AC12}" type="datetimeFigureOut">
              <a:rPr lang="es-AR" smtClean="0"/>
              <a:t>20/4/2026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C010-96AA-4B33-A4C4-11EEEDF34EFC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51904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DEC-0FEE-4FF8-9051-DE981A23AC12}" type="datetimeFigureOut">
              <a:rPr lang="es-AR" smtClean="0"/>
              <a:t>20/4/2026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C010-96AA-4B33-A4C4-11EEEDF34EFC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227466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DEC-0FEE-4FF8-9051-DE981A23AC12}" type="datetimeFigureOut">
              <a:rPr lang="es-AR" smtClean="0"/>
              <a:t>20/4/2026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C010-96AA-4B33-A4C4-11EEEDF34EFC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44381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72F16-78D9-4E02-8ABC-DA6468D0B2C6}" type="datetime1">
              <a:rPr lang="es-ES" smtClean="0"/>
              <a:t>20/04/2026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DD44C-31B7-475A-AA30-D11BDFB340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576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13DEC-0FEE-4FF8-9051-DE981A23AC12}" type="datetimeFigureOut">
              <a:rPr lang="es-AR" smtClean="0"/>
              <a:t>20/4/2026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4C010-96AA-4B33-A4C4-11EEEDF34EFC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29587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5" name="6 Conector recto"/>
          <p:cNvCxnSpPr>
            <a:cxnSpLocks noChangeShapeType="1"/>
          </p:cNvCxnSpPr>
          <p:nvPr/>
        </p:nvCxnSpPr>
        <p:spPr bwMode="auto">
          <a:xfrm>
            <a:off x="153867" y="498475"/>
            <a:ext cx="8770326" cy="158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" name="8 CuadroTexto"/>
          <p:cNvSpPr txBox="1"/>
          <p:nvPr/>
        </p:nvSpPr>
        <p:spPr>
          <a:xfrm>
            <a:off x="971600" y="4089266"/>
            <a:ext cx="72008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4000" u="sng" dirty="0"/>
              <a:t>Análisis de Imágenes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940152" y="0"/>
            <a:ext cx="3049983" cy="476250"/>
          </a:xfrm>
        </p:spPr>
        <p:txBody>
          <a:bodyPr>
            <a:normAutofit/>
          </a:bodyPr>
          <a:lstStyle/>
          <a:p>
            <a:pPr algn="r" eaLnBrk="1" hangingPunct="1">
              <a:defRPr/>
            </a:pPr>
            <a:r>
              <a:rPr lang="es-ES_tradnl" sz="1200" dirty="0">
                <a:latin typeface="Tahoma" charset="0"/>
              </a:rPr>
              <a:t>    </a:t>
            </a:r>
            <a:r>
              <a:rPr lang="es-ES_tradnl" sz="1400" kern="0" dirty="0">
                <a:solidFill>
                  <a:schemeClr val="tx2"/>
                </a:solidFill>
                <a:latin typeface="Tahoma" charset="0"/>
              </a:rPr>
              <a:t>Subsecretaría</a:t>
            </a:r>
            <a:r>
              <a:rPr lang="es-ES_tradnl" sz="1200" dirty="0">
                <a:latin typeface="Tahoma" charset="0"/>
              </a:rPr>
              <a:t> </a:t>
            </a:r>
            <a:r>
              <a:rPr lang="es-ES_tradnl" sz="1400" kern="0" dirty="0">
                <a:solidFill>
                  <a:schemeClr val="tx2"/>
                </a:solidFill>
                <a:latin typeface="Tahoma" charset="0"/>
              </a:rPr>
              <a:t>de Seguridad</a:t>
            </a:r>
          </a:p>
        </p:txBody>
      </p:sp>
      <p:pic>
        <p:nvPicPr>
          <p:cNvPr id="1026" name="Picture 2" descr="C:\Users\jechazu\AppData\Local\Microsoft\Windows\Temporary Internet Files\Content.Outlook\6WIYSNXN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598" y="620688"/>
            <a:ext cx="2900210" cy="329533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2 Marcador de número de diapositiva"/>
          <p:cNvSpPr txBox="1">
            <a:spLocks/>
          </p:cNvSpPr>
          <p:nvPr/>
        </p:nvSpPr>
        <p:spPr>
          <a:xfrm>
            <a:off x="8820472" y="6597353"/>
            <a:ext cx="288032" cy="21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1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459579" y="5373216"/>
            <a:ext cx="223224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dirty="0"/>
              <a:t>Caso número:</a:t>
            </a:r>
          </a:p>
        </p:txBody>
      </p:sp>
    </p:spTree>
    <p:extLst>
      <p:ext uri="{BB962C8B-B14F-4D97-AF65-F5344CB8AC3E}">
        <p14:creationId xmlns:p14="http://schemas.microsoft.com/office/powerpoint/2010/main" val="2035776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5" name="6 Conector recto"/>
          <p:cNvCxnSpPr>
            <a:cxnSpLocks noChangeShapeType="1"/>
          </p:cNvCxnSpPr>
          <p:nvPr/>
        </p:nvCxnSpPr>
        <p:spPr bwMode="auto">
          <a:xfrm>
            <a:off x="153867" y="498475"/>
            <a:ext cx="8770326" cy="158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940152" y="0"/>
            <a:ext cx="3049983" cy="476250"/>
          </a:xfrm>
        </p:spPr>
        <p:txBody>
          <a:bodyPr>
            <a:normAutofit/>
          </a:bodyPr>
          <a:lstStyle/>
          <a:p>
            <a:pPr algn="r" eaLnBrk="1" hangingPunct="1">
              <a:defRPr/>
            </a:pPr>
            <a:r>
              <a:rPr lang="es-ES_tradnl" sz="1200" dirty="0">
                <a:latin typeface="Tahoma" charset="0"/>
              </a:rPr>
              <a:t>    </a:t>
            </a:r>
            <a:r>
              <a:rPr lang="es-ES_tradnl" sz="1400" kern="0" dirty="0">
                <a:solidFill>
                  <a:schemeClr val="tx2"/>
                </a:solidFill>
                <a:latin typeface="Tahoma" charset="0"/>
              </a:rPr>
              <a:t>Subsecretaría</a:t>
            </a:r>
            <a:r>
              <a:rPr lang="es-ES_tradnl" sz="1200" dirty="0">
                <a:latin typeface="Tahoma" charset="0"/>
              </a:rPr>
              <a:t> </a:t>
            </a:r>
            <a:r>
              <a:rPr lang="es-ES_tradnl" sz="1400" kern="0" dirty="0">
                <a:solidFill>
                  <a:schemeClr val="tx2"/>
                </a:solidFill>
                <a:latin typeface="Tahoma" charset="0"/>
              </a:rPr>
              <a:t>de Seguridad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26126" y="4985881"/>
            <a:ext cx="85063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1.- Información preliminar de los hechos</a:t>
            </a:r>
          </a:p>
          <a:p>
            <a:r>
              <a:rPr lang="es-ES" sz="2000" dirty="0"/>
              <a:t>2.- Resultado de la búsqueda</a:t>
            </a:r>
          </a:p>
          <a:p>
            <a:r>
              <a:rPr lang="es-ES" sz="2000" dirty="0"/>
              <a:t>3.- Mapa</a:t>
            </a:r>
          </a:p>
          <a:p>
            <a:r>
              <a:rPr lang="es-AR" sz="2000" dirty="0"/>
              <a:t>4.- Observaciones</a:t>
            </a:r>
          </a:p>
        </p:txBody>
      </p:sp>
      <p:sp>
        <p:nvSpPr>
          <p:cNvPr id="8" name="2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820472" y="6597352"/>
            <a:ext cx="288032" cy="216024"/>
          </a:xfrm>
        </p:spPr>
        <p:txBody>
          <a:bodyPr/>
          <a:lstStyle/>
          <a:p>
            <a:r>
              <a:rPr lang="es-ES" dirty="0"/>
              <a:t>2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599" y="679633"/>
            <a:ext cx="2900210" cy="3192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8 CuadroTexto"/>
          <p:cNvSpPr txBox="1"/>
          <p:nvPr/>
        </p:nvSpPr>
        <p:spPr>
          <a:xfrm>
            <a:off x="2203014" y="4005064"/>
            <a:ext cx="475252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4000" u="sng" dirty="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388463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3125599" y="2152979"/>
            <a:ext cx="2900209" cy="3192941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5" name="4 CuadroTexto"/>
          <p:cNvSpPr txBox="1"/>
          <p:nvPr/>
        </p:nvSpPr>
        <p:spPr>
          <a:xfrm>
            <a:off x="-108520" y="692696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lvl="1"/>
            <a:r>
              <a:rPr lang="es-A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1. </a:t>
            </a:r>
            <a:r>
              <a:rPr lang="es-AR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INFORMACIÓN PRELIMINAR DE LOS HECHOS: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820472" y="6669360"/>
            <a:ext cx="288032" cy="216024"/>
          </a:xfrm>
        </p:spPr>
        <p:txBody>
          <a:bodyPr wrap="none"/>
          <a:lstStyle/>
          <a:p>
            <a:fld id="{566DD44C-31B7-475A-AA30-D11BDFB34048}" type="slidenum">
              <a:rPr lang="es-ES" smtClean="0"/>
              <a:t>3</a:t>
            </a:fld>
            <a:endParaRPr lang="es-ES" dirty="0"/>
          </a:p>
        </p:txBody>
      </p:sp>
      <p:sp>
        <p:nvSpPr>
          <p:cNvPr id="13" name="7 Flecha izquierda">
            <a:hlinkClick r:id="rId4" action="ppaction://hlinksldjump"/>
          </p:cNvPr>
          <p:cNvSpPr/>
          <p:nvPr/>
        </p:nvSpPr>
        <p:spPr>
          <a:xfrm flipH="1">
            <a:off x="7806156" y="6021288"/>
            <a:ext cx="1140683" cy="720080"/>
          </a:xfrm>
          <a:prstGeom prst="lef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rtlCol="0" anchor="ctr"/>
          <a:lstStyle/>
          <a:p>
            <a:pPr algn="ctr"/>
            <a:r>
              <a:rPr lang="es-ES" sz="1300" b="1" dirty="0">
                <a:solidFill>
                  <a:schemeClr val="tx1"/>
                </a:solidFill>
              </a:rPr>
              <a:t>   Resultado</a:t>
            </a:r>
            <a:endParaRPr lang="es-AR" sz="13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6 Tabla">
            <a:extLst>
              <a:ext uri="{FF2B5EF4-FFF2-40B4-BE49-F238E27FC236}">
                <a16:creationId xmlns:a16="http://schemas.microsoft.com/office/drawing/2014/main" id="{0118313F-2EC5-ED84-4208-22A40828C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34901"/>
              </p:ext>
            </p:extLst>
          </p:nvPr>
        </p:nvGraphicFramePr>
        <p:xfrm>
          <a:off x="3390" y="-33211"/>
          <a:ext cx="9140610" cy="65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5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Caso </a:t>
                      </a:r>
                      <a:r>
                        <a:rPr lang="es-ES" sz="155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Nº</a:t>
                      </a:r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50" dirty="0">
                          <a:solidFill>
                            <a:schemeClr val="tx1"/>
                          </a:solidFill>
                        </a:rPr>
                        <a:t>Nombre del Caso: </a:t>
                      </a:r>
                      <a:endParaRPr lang="es-ES" sz="15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857">
                <a:tc>
                  <a:txBody>
                    <a:bodyPr/>
                    <a:lstStyle/>
                    <a:p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Fecha: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Lugar del Hecho:</a:t>
                      </a:r>
                      <a:endParaRPr lang="es-ES" sz="155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343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/>
          <p:cNvSpPr/>
          <p:nvPr/>
        </p:nvSpPr>
        <p:spPr>
          <a:xfrm>
            <a:off x="3125599" y="2152979"/>
            <a:ext cx="2900209" cy="3192941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4 CuadroTexto"/>
          <p:cNvSpPr txBox="1"/>
          <p:nvPr/>
        </p:nvSpPr>
        <p:spPr>
          <a:xfrm>
            <a:off x="-108520" y="692696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lvl="1"/>
            <a:r>
              <a:rPr lang="es-A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2. </a:t>
            </a:r>
            <a:r>
              <a:rPr lang="es-AR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RESULTADO DE LA BÚSQUEDA: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820472" y="6669360"/>
            <a:ext cx="288032" cy="216024"/>
          </a:xfrm>
        </p:spPr>
        <p:txBody>
          <a:bodyPr wrap="none"/>
          <a:lstStyle/>
          <a:p>
            <a:fld id="{566DD44C-31B7-475A-AA30-D11BDFB34048}" type="slidenum">
              <a:rPr lang="es-ES" smtClean="0"/>
              <a:t>4</a:t>
            </a:fld>
            <a:endParaRPr lang="es-ES" dirty="0"/>
          </a:p>
        </p:txBody>
      </p:sp>
      <p:sp>
        <p:nvSpPr>
          <p:cNvPr id="2" name="CuadroTexto 1"/>
          <p:cNvSpPr txBox="1"/>
          <p:nvPr/>
        </p:nvSpPr>
        <p:spPr>
          <a:xfrm>
            <a:off x="323527" y="3413373"/>
            <a:ext cx="6264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1200" dirty="0"/>
          </a:p>
          <a:p>
            <a:endParaRPr lang="es-AR" sz="1200" dirty="0"/>
          </a:p>
          <a:p>
            <a:endParaRPr lang="es-AR" sz="1200" dirty="0"/>
          </a:p>
        </p:txBody>
      </p:sp>
      <p:sp>
        <p:nvSpPr>
          <p:cNvPr id="16" name="7 Flecha izquierda">
            <a:hlinkClick r:id="rId4" action="ppaction://hlinksldjump"/>
          </p:cNvPr>
          <p:cNvSpPr/>
          <p:nvPr/>
        </p:nvSpPr>
        <p:spPr>
          <a:xfrm>
            <a:off x="6588224" y="6021288"/>
            <a:ext cx="1141200" cy="720080"/>
          </a:xfrm>
          <a:prstGeom prst="lef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pPr algn="ctr"/>
            <a:r>
              <a:rPr lang="es-AR" sz="1300" b="1" dirty="0">
                <a:solidFill>
                  <a:schemeClr val="tx1"/>
                </a:solidFill>
              </a:rPr>
              <a:t> Información</a:t>
            </a:r>
          </a:p>
        </p:txBody>
      </p:sp>
      <p:sp>
        <p:nvSpPr>
          <p:cNvPr id="17" name="7 Flecha izquierda">
            <a:hlinkClick r:id="rId5" action="ppaction://hlinksldjump"/>
          </p:cNvPr>
          <p:cNvSpPr/>
          <p:nvPr/>
        </p:nvSpPr>
        <p:spPr>
          <a:xfrm flipH="1">
            <a:off x="7806156" y="6021288"/>
            <a:ext cx="1140683" cy="720080"/>
          </a:xfrm>
          <a:prstGeom prst="lef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rtlCol="0" anchor="ctr"/>
          <a:lstStyle/>
          <a:p>
            <a:pPr algn="ctr"/>
            <a:r>
              <a:rPr lang="es-ES" sz="1300" b="1" dirty="0">
                <a:solidFill>
                  <a:schemeClr val="tx1"/>
                </a:solidFill>
              </a:rPr>
              <a:t>   Mapa 1</a:t>
            </a:r>
            <a:endParaRPr lang="es-AR" sz="13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6 Tabla">
            <a:extLst>
              <a:ext uri="{FF2B5EF4-FFF2-40B4-BE49-F238E27FC236}">
                <a16:creationId xmlns:a16="http://schemas.microsoft.com/office/drawing/2014/main" id="{69684AC6-7F89-41ED-BBD1-66BE2738F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779487"/>
              </p:ext>
            </p:extLst>
          </p:nvPr>
        </p:nvGraphicFramePr>
        <p:xfrm>
          <a:off x="3390" y="-33211"/>
          <a:ext cx="9140610" cy="65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5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Caso </a:t>
                      </a:r>
                      <a:r>
                        <a:rPr lang="es-ES" sz="155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Nº</a:t>
                      </a:r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50" dirty="0">
                          <a:solidFill>
                            <a:schemeClr val="tx1"/>
                          </a:solidFill>
                        </a:rPr>
                        <a:t>Nombre del Caso: </a:t>
                      </a:r>
                      <a:endParaRPr lang="es-ES" sz="15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857">
                <a:tc>
                  <a:txBody>
                    <a:bodyPr/>
                    <a:lstStyle/>
                    <a:p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Fecha: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Lugar del Hecho:</a:t>
                      </a:r>
                      <a:endParaRPr lang="es-ES" sz="155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43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/>
          <p:cNvSpPr/>
          <p:nvPr/>
        </p:nvSpPr>
        <p:spPr>
          <a:xfrm>
            <a:off x="8037549" y="635723"/>
            <a:ext cx="1098251" cy="1209102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2" name="46 CuadroTexto"/>
          <p:cNvSpPr txBox="1"/>
          <p:nvPr/>
        </p:nvSpPr>
        <p:spPr>
          <a:xfrm>
            <a:off x="-52059" y="669556"/>
            <a:ext cx="968654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s-A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MAPA 1  </a:t>
            </a:r>
          </a:p>
        </p:txBody>
      </p:sp>
      <p:sp>
        <p:nvSpPr>
          <p:cNvPr id="32" name="7 Flecha izquierda">
            <a:hlinkClick r:id="rId4" action="ppaction://hlinksldjump"/>
          </p:cNvPr>
          <p:cNvSpPr/>
          <p:nvPr/>
        </p:nvSpPr>
        <p:spPr>
          <a:xfrm>
            <a:off x="7020272" y="6021288"/>
            <a:ext cx="887421" cy="720080"/>
          </a:xfrm>
          <a:prstGeom prst="lef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pPr algn="ctr"/>
            <a:r>
              <a:rPr lang="es-AR" sz="1300" b="1" dirty="0">
                <a:solidFill>
                  <a:schemeClr val="tx1"/>
                </a:solidFill>
              </a:rPr>
              <a:t>Resultado</a:t>
            </a:r>
          </a:p>
        </p:txBody>
      </p:sp>
      <p:sp>
        <p:nvSpPr>
          <p:cNvPr id="94" name="1 Marcador de número de diapositiva">
            <a:extLst>
              <a:ext uri="{FF2B5EF4-FFF2-40B4-BE49-F238E27FC236}">
                <a16:creationId xmlns:a16="http://schemas.microsoft.com/office/drawing/2014/main" id="{1477A7E6-3DFB-A2B7-28FC-797CB5622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0128" y="6669360"/>
            <a:ext cx="298376" cy="268139"/>
          </a:xfrm>
        </p:spPr>
        <p:txBody>
          <a:bodyPr wrap="none"/>
          <a:lstStyle/>
          <a:p>
            <a:fld id="{566DD44C-31B7-475A-AA30-D11BDFB34048}" type="slidenum">
              <a:rPr lang="es-ES" smtClean="0"/>
              <a:t>5</a:t>
            </a:fld>
            <a:endParaRPr lang="es-ES" dirty="0"/>
          </a:p>
        </p:txBody>
      </p:sp>
      <p:graphicFrame>
        <p:nvGraphicFramePr>
          <p:cNvPr id="129" name="Tabla 37">
            <a:extLst>
              <a:ext uri="{FF2B5EF4-FFF2-40B4-BE49-F238E27FC236}">
                <a16:creationId xmlns:a16="http://schemas.microsoft.com/office/drawing/2014/main" id="{B4077525-0A6F-4557-88E3-9F8386A19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855786"/>
              </p:ext>
            </p:extLst>
          </p:nvPr>
        </p:nvGraphicFramePr>
        <p:xfrm>
          <a:off x="47845" y="4322048"/>
          <a:ext cx="1916576" cy="24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2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529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Referencia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/>
                      <a:endParaRPr lang="es-AR" sz="9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Recorrido</a:t>
                      </a:r>
                      <a:endParaRPr lang="es-AR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5444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/>
                      <a:endParaRPr lang="es-AR" sz="9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Egreso</a:t>
                      </a:r>
                      <a:endParaRPr lang="es-AR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10638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/>
                      <a:endParaRPr lang="es-AR" sz="9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Lugar del hecho</a:t>
                      </a:r>
                      <a:endParaRPr lang="es-AR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63858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/>
                      <a:endParaRPr lang="es-AR" sz="9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Cámara / No se avista.</a:t>
                      </a:r>
                      <a:endParaRPr lang="es-AR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63261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/>
                      <a:endParaRPr lang="es-AR" sz="9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Cámara / avistamientos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58836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/>
                      <a:endParaRPr lang="es-AR" sz="9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Cámaras CCTV Particular </a:t>
                      </a:r>
                      <a:endParaRPr lang="es-AR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386193"/>
                  </a:ext>
                </a:extLst>
              </a:tr>
            </a:tbl>
          </a:graphicData>
        </a:graphic>
      </p:graphicFrame>
      <p:sp>
        <p:nvSpPr>
          <p:cNvPr id="130" name="Elipse 94">
            <a:extLst>
              <a:ext uri="{FF2B5EF4-FFF2-40B4-BE49-F238E27FC236}">
                <a16:creationId xmlns:a16="http://schemas.microsoft.com/office/drawing/2014/main" id="{40E73632-865D-40E3-B8A0-08A995270C62}"/>
              </a:ext>
            </a:extLst>
          </p:cNvPr>
          <p:cNvSpPr>
            <a:spLocks noChangeAspect="1"/>
          </p:cNvSpPr>
          <p:nvPr/>
        </p:nvSpPr>
        <p:spPr>
          <a:xfrm>
            <a:off x="209344" y="5738780"/>
            <a:ext cx="204001" cy="20400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  <a:effectLst>
            <a:outerShdw blurRad="50800" dist="50800" dir="5400000" sx="1000" sy="1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s-AR" sz="1200" dirty="0"/>
          </a:p>
        </p:txBody>
      </p:sp>
      <p:sp>
        <p:nvSpPr>
          <p:cNvPr id="131" name="Multiplicar 40">
            <a:extLst>
              <a:ext uri="{FF2B5EF4-FFF2-40B4-BE49-F238E27FC236}">
                <a16:creationId xmlns:a16="http://schemas.microsoft.com/office/drawing/2014/main" id="{50024E63-9B05-4943-AB67-A96A11A2D0B5}"/>
              </a:ext>
            </a:extLst>
          </p:cNvPr>
          <p:cNvSpPr/>
          <p:nvPr/>
        </p:nvSpPr>
        <p:spPr>
          <a:xfrm>
            <a:off x="185720" y="5362168"/>
            <a:ext cx="277972" cy="252000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32" name="Imagen 131">
            <a:extLst>
              <a:ext uri="{FF2B5EF4-FFF2-40B4-BE49-F238E27FC236}">
                <a16:creationId xmlns:a16="http://schemas.microsoft.com/office/drawing/2014/main" id="{5E643337-CB73-4292-A015-643083DFA9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32" y="6453336"/>
            <a:ext cx="265985" cy="265985"/>
          </a:xfrm>
          <a:prstGeom prst="rect">
            <a:avLst/>
          </a:prstGeom>
        </p:spPr>
      </p:pic>
      <p:cxnSp>
        <p:nvCxnSpPr>
          <p:cNvPr id="134" name="Conector recto de flecha 133">
            <a:extLst>
              <a:ext uri="{FF2B5EF4-FFF2-40B4-BE49-F238E27FC236}">
                <a16:creationId xmlns:a16="http://schemas.microsoft.com/office/drawing/2014/main" id="{B37892D0-A887-4148-89A9-C10E64C04846}"/>
              </a:ext>
            </a:extLst>
          </p:cNvPr>
          <p:cNvCxnSpPr>
            <a:cxnSpLocks/>
          </p:cNvCxnSpPr>
          <p:nvPr/>
        </p:nvCxnSpPr>
        <p:spPr>
          <a:xfrm>
            <a:off x="247445" y="4754672"/>
            <a:ext cx="239436" cy="5799"/>
          </a:xfrm>
          <a:prstGeom prst="straightConnector1">
            <a:avLst/>
          </a:prstGeom>
          <a:ln w="47625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ipse 94">
            <a:extLst>
              <a:ext uri="{FF2B5EF4-FFF2-40B4-BE49-F238E27FC236}">
                <a16:creationId xmlns:a16="http://schemas.microsoft.com/office/drawing/2014/main" id="{339478BB-AD09-4570-A2D9-549064CB7DF4}"/>
              </a:ext>
            </a:extLst>
          </p:cNvPr>
          <p:cNvSpPr>
            <a:spLocks noChangeAspect="1"/>
          </p:cNvSpPr>
          <p:nvPr/>
        </p:nvSpPr>
        <p:spPr>
          <a:xfrm>
            <a:off x="209345" y="6091470"/>
            <a:ext cx="204001" cy="20400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  <a:effectLst>
            <a:outerShdw blurRad="50800" dist="50800" dir="5400000" sx="1000" sy="1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s-AR" sz="1200" dirty="0"/>
          </a:p>
        </p:txBody>
      </p:sp>
      <p:graphicFrame>
        <p:nvGraphicFramePr>
          <p:cNvPr id="41" name="6 Tabla">
            <a:extLst>
              <a:ext uri="{FF2B5EF4-FFF2-40B4-BE49-F238E27FC236}">
                <a16:creationId xmlns:a16="http://schemas.microsoft.com/office/drawing/2014/main" id="{53BBF297-8CB8-4756-8E38-442F282E234D}"/>
              </a:ext>
            </a:extLst>
          </p:cNvPr>
          <p:cNvGraphicFramePr>
            <a:graphicFrameLocks noGrp="1"/>
          </p:cNvGraphicFramePr>
          <p:nvPr/>
        </p:nvGraphicFramePr>
        <p:xfrm>
          <a:off x="3391" y="-27384"/>
          <a:ext cx="9140610" cy="65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5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Caso </a:t>
                      </a:r>
                      <a:r>
                        <a:rPr lang="es-ES" sz="155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Nº</a:t>
                      </a:r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4122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50" dirty="0">
                          <a:solidFill>
                            <a:schemeClr val="tx1"/>
                          </a:solidFill>
                        </a:rPr>
                        <a:t>Nombre del Caso: </a:t>
                      </a:r>
                      <a:r>
                        <a:rPr lang="es-ES" sz="1550" dirty="0" err="1">
                          <a:solidFill>
                            <a:schemeClr val="tx1"/>
                          </a:solidFill>
                        </a:rPr>
                        <a:t>Ttva</a:t>
                      </a:r>
                      <a:r>
                        <a:rPr lang="es-ES" sz="1550" dirty="0">
                          <a:solidFill>
                            <a:schemeClr val="tx1"/>
                          </a:solidFill>
                        </a:rPr>
                        <a:t>. de Robo a Vivienda con Morador - 1 NN IMPLICADO</a:t>
                      </a:r>
                      <a:endParaRPr lang="es-ES" sz="15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857">
                <a:tc>
                  <a:txBody>
                    <a:bodyPr/>
                    <a:lstStyle/>
                    <a:p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Fecha: 29/03/2026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Lugar del Hecho: Altamirano 1345 (BELLA VISTA)</a:t>
                      </a:r>
                      <a:endParaRPr lang="es-ES" sz="155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" name="10 Tabla">
            <a:extLst>
              <a:ext uri="{FF2B5EF4-FFF2-40B4-BE49-F238E27FC236}">
                <a16:creationId xmlns:a16="http://schemas.microsoft.com/office/drawing/2014/main" id="{69D3EC89-72B8-4A62-8455-120DB0873E97}"/>
              </a:ext>
            </a:extLst>
          </p:cNvPr>
          <p:cNvGraphicFramePr>
            <a:graphicFrameLocks noGrp="1"/>
          </p:cNvGraphicFramePr>
          <p:nvPr/>
        </p:nvGraphicFramePr>
        <p:xfrm>
          <a:off x="35496" y="1052736"/>
          <a:ext cx="1054746" cy="235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252">
                <a:tc>
                  <a:txBody>
                    <a:bodyPr/>
                    <a:lstStyle/>
                    <a:p>
                      <a:pPr algn="ctr"/>
                      <a:r>
                        <a:rPr lang="es-ES" sz="900" dirty="0">
                          <a:solidFill>
                            <a:schemeClr val="tx1"/>
                          </a:solidFill>
                        </a:rPr>
                        <a:t>Punto</a:t>
                      </a:r>
                    </a:p>
                  </a:txBody>
                  <a:tcPr marL="31940" marR="3194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>
                          <a:solidFill>
                            <a:schemeClr val="tx1"/>
                          </a:solidFill>
                        </a:rPr>
                        <a:t>Hora</a:t>
                      </a:r>
                    </a:p>
                  </a:txBody>
                  <a:tcPr marL="31940" marR="3194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06"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/>
                        <a:t>1</a:t>
                      </a:r>
                      <a:endParaRPr lang="es-AR" sz="900" b="1" dirty="0"/>
                    </a:p>
                  </a:txBody>
                  <a:tcPr marL="81127" marR="81127" marT="40564" marB="40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01:19</a:t>
                      </a:r>
                      <a:endParaRPr lang="es-AR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81127" marR="81127" marT="40564" marB="4056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87996588"/>
                  </a:ext>
                </a:extLst>
              </a:tr>
              <a:tr h="255206"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/>
                        <a:t>2</a:t>
                      </a:r>
                      <a:endParaRPr lang="es-AR" sz="900" b="1" dirty="0"/>
                    </a:p>
                  </a:txBody>
                  <a:tcPr marL="81127" marR="81127" marT="40564" marB="40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01:20</a:t>
                      </a:r>
                      <a:endParaRPr lang="es-AR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81127" marR="81127" marT="40564" marB="4056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846676513"/>
                  </a:ext>
                </a:extLst>
              </a:tr>
              <a:tr h="255206"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/>
                        <a:t>3</a:t>
                      </a:r>
                      <a:endParaRPr lang="es-AR" sz="900" b="1" dirty="0"/>
                    </a:p>
                  </a:txBody>
                  <a:tcPr marL="81127" marR="81127" marT="40564" marB="40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01:20</a:t>
                      </a:r>
                      <a:endParaRPr lang="es-AR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81127" marR="81127" marT="40564" marB="4056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30323398"/>
                  </a:ext>
                </a:extLst>
              </a:tr>
              <a:tr h="255206"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/>
                        <a:t>4</a:t>
                      </a:r>
                      <a:endParaRPr lang="es-AR" sz="900" b="1" dirty="0"/>
                    </a:p>
                  </a:txBody>
                  <a:tcPr marL="81127" marR="81127" marT="40564" marB="40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01:21</a:t>
                      </a:r>
                      <a:endParaRPr lang="es-AR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81127" marR="81127" marT="40564" marB="4056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20802062"/>
                  </a:ext>
                </a:extLst>
              </a:tr>
              <a:tr h="255206"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/>
                        <a:t>5</a:t>
                      </a:r>
                      <a:endParaRPr lang="es-AR" sz="900" b="1" dirty="0"/>
                    </a:p>
                  </a:txBody>
                  <a:tcPr marL="81127" marR="81127" marT="40564" marB="40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01:22</a:t>
                      </a:r>
                      <a:endParaRPr lang="es-AR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81127" marR="81127" marT="40564" marB="4056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04584690"/>
                  </a:ext>
                </a:extLst>
              </a:tr>
              <a:tr h="255206"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/>
                        <a:t>6</a:t>
                      </a:r>
                      <a:endParaRPr lang="es-AR" sz="900" b="1" dirty="0"/>
                    </a:p>
                  </a:txBody>
                  <a:tcPr marL="81127" marR="81127" marT="40564" marB="40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01:23</a:t>
                      </a:r>
                      <a:endParaRPr lang="es-AR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81127" marR="81127" marT="40564" marB="4056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90711975"/>
                  </a:ext>
                </a:extLst>
              </a:tr>
              <a:tr h="255206"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/>
                        <a:t>7</a:t>
                      </a:r>
                      <a:endParaRPr lang="es-AR" sz="900" b="1" dirty="0"/>
                    </a:p>
                  </a:txBody>
                  <a:tcPr marL="81127" marR="81127" marT="40564" marB="40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01:24</a:t>
                      </a:r>
                      <a:endParaRPr lang="es-AR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81127" marR="81127" marT="40564" marB="4056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77258836"/>
                  </a:ext>
                </a:extLst>
              </a:tr>
              <a:tr h="255206"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/>
                        <a:t>8</a:t>
                      </a:r>
                      <a:endParaRPr lang="es-AR" sz="900" b="1" dirty="0"/>
                    </a:p>
                  </a:txBody>
                  <a:tcPr marL="81127" marR="81127" marT="40564" marB="40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dirty="0">
                          <a:solidFill>
                            <a:schemeClr val="tx1"/>
                          </a:solidFill>
                        </a:rPr>
                        <a:t>01:26</a:t>
                      </a:r>
                      <a:endParaRPr lang="es-AR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81127" marR="81127" marT="40564" marB="4056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>
                            <a:lumMod val="75000"/>
                          </a:schemeClr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chemeClr val="tx2">
                            <a:lumMod val="40000"/>
                            <a:lumOff val="6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12002594"/>
                  </a:ext>
                </a:extLst>
              </a:tr>
            </a:tbl>
          </a:graphicData>
        </a:graphic>
      </p:graphicFrame>
      <p:sp>
        <p:nvSpPr>
          <p:cNvPr id="53" name="7 Flecha izquierda">
            <a:hlinkClick r:id="" action="ppaction://noaction"/>
            <a:extLst>
              <a:ext uri="{FF2B5EF4-FFF2-40B4-BE49-F238E27FC236}">
                <a16:creationId xmlns:a16="http://schemas.microsoft.com/office/drawing/2014/main" id="{61345CDD-05B9-435B-8D95-5E3D649E70CB}"/>
              </a:ext>
            </a:extLst>
          </p:cNvPr>
          <p:cNvSpPr/>
          <p:nvPr/>
        </p:nvSpPr>
        <p:spPr>
          <a:xfrm flipH="1">
            <a:off x="7956376" y="6021288"/>
            <a:ext cx="1152128" cy="720080"/>
          </a:xfrm>
          <a:prstGeom prst="lef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rtlCol="0" anchor="ctr"/>
          <a:lstStyle/>
          <a:p>
            <a:pPr algn="ctr"/>
            <a:r>
              <a:rPr lang="es-ES" sz="1300" b="1" dirty="0">
                <a:solidFill>
                  <a:schemeClr val="tx1"/>
                </a:solidFill>
              </a:rPr>
              <a:t>   Observaciones </a:t>
            </a:r>
            <a:endParaRPr lang="es-AR" sz="1300" b="1" dirty="0">
              <a:solidFill>
                <a:schemeClr val="tx1"/>
              </a:solidFill>
            </a:endParaRPr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9B134B58-69A8-4F10-BAFE-124563945D06}"/>
              </a:ext>
            </a:extLst>
          </p:cNvPr>
          <p:cNvCxnSpPr>
            <a:cxnSpLocks/>
          </p:cNvCxnSpPr>
          <p:nvPr/>
        </p:nvCxnSpPr>
        <p:spPr>
          <a:xfrm>
            <a:off x="225746" y="5130222"/>
            <a:ext cx="239436" cy="5799"/>
          </a:xfrm>
          <a:prstGeom prst="straightConnector1">
            <a:avLst/>
          </a:prstGeom>
          <a:ln w="4762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88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9D6CF-3568-2CE6-3D6B-A7778ACAC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3 Tabla">
            <a:extLst>
              <a:ext uri="{FF2B5EF4-FFF2-40B4-BE49-F238E27FC236}">
                <a16:creationId xmlns:a16="http://schemas.microsoft.com/office/drawing/2014/main" id="{63E07AE5-4D0D-A736-9858-E595FD0B6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290570"/>
              </p:ext>
            </p:extLst>
          </p:nvPr>
        </p:nvGraphicFramePr>
        <p:xfrm>
          <a:off x="0" y="5734386"/>
          <a:ext cx="9144001" cy="1150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4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506">
                <a:tc gridSpan="2"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IMAGEN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tx1"/>
                          </a:solidFill>
                        </a:rPr>
                        <a:t>Observaciones</a:t>
                      </a:r>
                      <a:r>
                        <a:rPr lang="es-ES" sz="1400" baseline="0" dirty="0">
                          <a:solidFill>
                            <a:schemeClr val="tx1"/>
                          </a:solidFill>
                        </a:rPr>
                        <a:t> de la imagen:</a:t>
                      </a:r>
                    </a:p>
                    <a:p>
                      <a:endParaRPr lang="es-ES" sz="1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endParaRPr lang="es-E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96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Hora: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[hora]</a:t>
                      </a:r>
                      <a:endParaRPr lang="es-AR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96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Ubicación: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baseline="0" dirty="0">
                          <a:solidFill>
                            <a:schemeClr val="tx1"/>
                          </a:solidFill>
                        </a:rPr>
                        <a:t>[ubicación]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5DF0796B-E42F-53DE-0934-C8040F91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0128" y="6669360"/>
            <a:ext cx="298376" cy="268139"/>
          </a:xfrm>
        </p:spPr>
        <p:txBody>
          <a:bodyPr wrap="none"/>
          <a:lstStyle/>
          <a:p>
            <a:fld id="{566DD44C-31B7-475A-AA30-D11BDFB34048}" type="slidenum">
              <a:rPr lang="es-ES" smtClean="0"/>
              <a:t>6</a:t>
            </a:fld>
            <a:endParaRPr lang="es-ES" dirty="0"/>
          </a:p>
        </p:txBody>
      </p:sp>
      <p:sp>
        <p:nvSpPr>
          <p:cNvPr id="8" name="7 Flecha izquierda">
            <a:hlinkClick r:id="" action="ppaction://noaction"/>
            <a:extLst>
              <a:ext uri="{FF2B5EF4-FFF2-40B4-BE49-F238E27FC236}">
                <a16:creationId xmlns:a16="http://schemas.microsoft.com/office/drawing/2014/main" id="{2BBD3830-FC2F-7604-DF5E-86A039EEDA01}"/>
              </a:ext>
            </a:extLst>
          </p:cNvPr>
          <p:cNvSpPr/>
          <p:nvPr/>
        </p:nvSpPr>
        <p:spPr>
          <a:xfrm>
            <a:off x="7524328" y="5949280"/>
            <a:ext cx="1008112" cy="720080"/>
          </a:xfrm>
          <a:prstGeom prst="leftArrow">
            <a:avLst/>
          </a:prstGeom>
          <a:solidFill>
            <a:srgbClr val="FFFF00"/>
          </a:solidFill>
          <a:ln cap="flat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pPr algn="ctr"/>
            <a:r>
              <a:rPr lang="es-AR" sz="1300" b="1" dirty="0">
                <a:solidFill>
                  <a:schemeClr val="tx1"/>
                </a:solidFill>
              </a:rPr>
              <a:t>           Mapa 1        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1CF958B-611F-3AE7-8275-E7CF98F69423}"/>
              </a:ext>
            </a:extLst>
          </p:cNvPr>
          <p:cNvSpPr txBox="1"/>
          <p:nvPr/>
        </p:nvSpPr>
        <p:spPr>
          <a:xfrm>
            <a:off x="94786" y="5272108"/>
            <a:ext cx="80480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AR" dirty="0"/>
              <a:t>[hora]</a:t>
            </a:r>
          </a:p>
        </p:txBody>
      </p:sp>
      <p:graphicFrame>
        <p:nvGraphicFramePr>
          <p:cNvPr id="13" name="6 Tabla">
            <a:extLst>
              <a:ext uri="{FF2B5EF4-FFF2-40B4-BE49-F238E27FC236}">
                <a16:creationId xmlns:a16="http://schemas.microsoft.com/office/drawing/2014/main" id="{4E04C1EA-9D68-4308-9A87-383C238A6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876838"/>
              </p:ext>
            </p:extLst>
          </p:nvPr>
        </p:nvGraphicFramePr>
        <p:xfrm>
          <a:off x="3391" y="-27384"/>
          <a:ext cx="9140610" cy="65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5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Caso </a:t>
                      </a:r>
                      <a:r>
                        <a:rPr lang="es-ES" sz="155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Nº</a:t>
                      </a:r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550" dirty="0">
                          <a:solidFill>
                            <a:schemeClr val="tx1"/>
                          </a:solidFill>
                        </a:rPr>
                        <a:t>Nombre del Caso: [caratula]</a:t>
                      </a:r>
                      <a:endParaRPr lang="es-ES" sz="15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8488C4"/>
                        </a:gs>
                        <a:gs pos="0">
                          <a:srgbClr val="D4DEFF"/>
                        </a:gs>
                        <a:gs pos="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857">
                <a:tc>
                  <a:txBody>
                    <a:bodyPr/>
                    <a:lstStyle/>
                    <a:p>
                      <a:r>
                        <a:rPr lang="es-ES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Fecha: [Fecha]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5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Lugar del Hecho: [lugar del hecho]</a:t>
                      </a:r>
                      <a:endParaRPr lang="es-ES" sz="155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389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Análisis de Imagen</Template>
  <TotalTime>35503</TotalTime>
  <Words>214</Words>
  <Application>Microsoft Office PowerPoint</Application>
  <PresentationFormat>Presentación en pantalla (4:3)</PresentationFormat>
  <Paragraphs>79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Tahoma</vt:lpstr>
      <vt:lpstr>Tema de Office</vt:lpstr>
      <vt:lpstr>Diseño personalizado</vt:lpstr>
      <vt:lpstr>    Subsecretaría de Seguridad</vt:lpstr>
      <vt:lpstr>    Subsecretaría de Seguridad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Subsecretaría de Seguridad</dc:title>
  <dc:creator>Nahuel Martinez</dc:creator>
  <cp:lastModifiedBy>Brian</cp:lastModifiedBy>
  <cp:revision>291</cp:revision>
  <cp:lastPrinted>2016-08-18T16:47:39Z</cp:lastPrinted>
  <dcterms:created xsi:type="dcterms:W3CDTF">2025-07-29T14:39:46Z</dcterms:created>
  <dcterms:modified xsi:type="dcterms:W3CDTF">2026-04-20T17:53:25Z</dcterms:modified>
</cp:coreProperties>
</file>